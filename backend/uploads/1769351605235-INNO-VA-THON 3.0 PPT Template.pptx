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oppi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058264-773F-45AE-AAEE-A46C756D0586}">
  <a:tblStyle styleId="{E7058264-773F-45AE-AAEE-A46C756D05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regular.fntdata"/><Relationship Id="rId10" Type="http://schemas.openxmlformats.org/officeDocument/2006/relationships/slide" Target="slides/slide4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c9384e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c9384e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8c9384e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8c9384e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8c9384ec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8c9384ec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8c9384e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8c9384e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262000" y="2215800"/>
            <a:ext cx="8377500" cy="295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Team Name</a:t>
            </a: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Team Leader: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Problem Statement No: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57900" y="1062625"/>
            <a:ext cx="884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INNO-</a:t>
            </a:r>
            <a:r>
              <a:rPr b="1" lang="en" sz="23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" sz="23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A-THON 3.O: BUILD. INNOVATE. COMPETE.</a:t>
            </a:r>
            <a:endParaRPr b="1" sz="23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A National-Level Software and Hardware Hackathon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4000" y="11452"/>
            <a:ext cx="9150900" cy="913800"/>
            <a:chOff x="4000" y="11452"/>
            <a:chExt cx="9150900" cy="913800"/>
          </a:xfrm>
        </p:grpSpPr>
        <p:pic>
          <p:nvPicPr>
            <p:cNvPr id="57" name="Google Shape;57;p13" title="VNRVJIET LOGO FOR QR.png"/>
            <p:cNvPicPr preferRelativeResize="0"/>
            <p:nvPr/>
          </p:nvPicPr>
          <p:blipFill rotWithShape="1">
            <a:blip r:embed="rId3">
              <a:alphaModFix/>
            </a:blip>
            <a:srcRect b="33695" l="0" r="0" t="0"/>
            <a:stretch/>
          </p:blipFill>
          <p:spPr>
            <a:xfrm>
              <a:off x="125450" y="13637"/>
              <a:ext cx="1027275" cy="82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8241" y="11452"/>
              <a:ext cx="907952" cy="82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3"/>
            <p:cNvSpPr txBox="1"/>
            <p:nvPr/>
          </p:nvSpPr>
          <p:spPr>
            <a:xfrm>
              <a:off x="1095750" y="210127"/>
              <a:ext cx="6952500" cy="4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50">
                  <a:latin typeface="Poppins"/>
                  <a:ea typeface="Poppins"/>
                  <a:cs typeface="Poppins"/>
                  <a:sym typeface="Poppins"/>
                </a:rPr>
                <a:t>VNR VIGNANA JYOTHI INSTITUTE OF ENGINEERING AND TECHNOLOGY</a:t>
              </a:r>
              <a:endParaRPr b="1" sz="1550"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60" name="Google Shape;60;p13"/>
            <p:cNvCxnSpPr/>
            <p:nvPr/>
          </p:nvCxnSpPr>
          <p:spPr>
            <a:xfrm flipH="1" rot="10800000">
              <a:off x="4000" y="902452"/>
              <a:ext cx="9150900" cy="2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30025" y="1069150"/>
            <a:ext cx="8900100" cy="3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Team Member Details</a:t>
            </a:r>
            <a:b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Team Size: </a:t>
            </a: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311700" y="198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{E7058264-773F-45AE-AAEE-A46C756D0586}</a:tableStyleId>
              </a:tblPr>
              <a:tblGrid>
                <a:gridCol w="1704125"/>
                <a:gridCol w="1704125"/>
                <a:gridCol w="1704125"/>
                <a:gridCol w="1704125"/>
                <a:gridCol w="1704125"/>
              </a:tblGrid>
              <a:tr h="5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</a:t>
                      </a:r>
                      <a:r>
                        <a:rPr lang="en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ROLE 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COLLEGE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5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5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5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pSp>
        <p:nvGrpSpPr>
          <p:cNvPr id="67" name="Google Shape;67;p14"/>
          <p:cNvGrpSpPr/>
          <p:nvPr/>
        </p:nvGrpSpPr>
        <p:grpSpPr>
          <a:xfrm>
            <a:off x="4000" y="11452"/>
            <a:ext cx="9150900" cy="913800"/>
            <a:chOff x="4000" y="11452"/>
            <a:chExt cx="9150900" cy="913800"/>
          </a:xfrm>
        </p:grpSpPr>
        <p:pic>
          <p:nvPicPr>
            <p:cNvPr id="68" name="Google Shape;68;p14" title="VNRVJIET LOGO FOR QR.png"/>
            <p:cNvPicPr preferRelativeResize="0"/>
            <p:nvPr/>
          </p:nvPicPr>
          <p:blipFill rotWithShape="1">
            <a:blip r:embed="rId3">
              <a:alphaModFix/>
            </a:blip>
            <a:srcRect b="33695" l="0" r="0" t="0"/>
            <a:stretch/>
          </p:blipFill>
          <p:spPr>
            <a:xfrm>
              <a:off x="125450" y="13637"/>
              <a:ext cx="1027275" cy="82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8241" y="11452"/>
              <a:ext cx="907952" cy="82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4"/>
            <p:cNvSpPr txBox="1"/>
            <p:nvPr/>
          </p:nvSpPr>
          <p:spPr>
            <a:xfrm>
              <a:off x="1095750" y="210127"/>
              <a:ext cx="6952500" cy="4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50">
                  <a:latin typeface="Poppins"/>
                  <a:ea typeface="Poppins"/>
                  <a:cs typeface="Poppins"/>
                  <a:sym typeface="Poppins"/>
                </a:rPr>
                <a:t>VNR VIGNANA JYOTHI INSTITUTE OF ENGINEERING AND TECHNOLOGY</a:t>
              </a:r>
              <a:endParaRPr b="1" sz="1550"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71" name="Google Shape;71;p14"/>
            <p:cNvCxnSpPr/>
            <p:nvPr/>
          </p:nvCxnSpPr>
          <p:spPr>
            <a:xfrm flipH="1" rot="10800000">
              <a:off x="4000" y="902452"/>
              <a:ext cx="9150900" cy="2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89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Brief about the Idea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5136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 title="VNRVJIET LOGO FOR QR.png"/>
          <p:cNvPicPr preferRelativeResize="0"/>
          <p:nvPr/>
        </p:nvPicPr>
        <p:blipFill rotWithShape="1">
          <a:blip r:embed="rId3">
            <a:alphaModFix/>
          </a:blip>
          <a:srcRect b="33695" l="0" r="0" t="0"/>
          <a:stretch/>
        </p:blipFill>
        <p:spPr>
          <a:xfrm>
            <a:off x="125450" y="13637"/>
            <a:ext cx="1027275" cy="8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8241" y="11452"/>
            <a:ext cx="907952" cy="8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095750" y="210127"/>
            <a:ext cx="6952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latin typeface="Poppins"/>
                <a:ea typeface="Poppins"/>
                <a:cs typeface="Poppins"/>
                <a:sym typeface="Poppins"/>
              </a:rPr>
              <a:t>VNR VIGNANA JYOTHI INSTITUTE OF ENGINEERING AND TECHNOLOGY</a:t>
            </a:r>
            <a:endParaRPr b="1" sz="155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1" name="Google Shape;81;p15"/>
          <p:cNvCxnSpPr/>
          <p:nvPr/>
        </p:nvCxnSpPr>
        <p:spPr>
          <a:xfrm flipH="1" rot="10800000">
            <a:off x="4000" y="902452"/>
            <a:ext cx="9150900" cy="22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8282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Architecture / Methodology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484775"/>
            <a:ext cx="8520600" cy="3518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 title="VNRVJIET LOGO FOR QR.png"/>
          <p:cNvPicPr preferRelativeResize="0"/>
          <p:nvPr/>
        </p:nvPicPr>
        <p:blipFill rotWithShape="1">
          <a:blip r:embed="rId3">
            <a:alphaModFix/>
          </a:blip>
          <a:srcRect b="33695" l="0" r="0" t="0"/>
          <a:stretch/>
        </p:blipFill>
        <p:spPr>
          <a:xfrm>
            <a:off x="118000" y="22412"/>
            <a:ext cx="1027275" cy="8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0791" y="20225"/>
            <a:ext cx="907952" cy="8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1088300" y="218900"/>
            <a:ext cx="6952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latin typeface="Poppins"/>
                <a:ea typeface="Poppins"/>
                <a:cs typeface="Poppins"/>
                <a:sym typeface="Poppins"/>
              </a:rPr>
              <a:t>VNR VIGNANA JYOTHI INSTITUTE OF ENGINEERING AND TECHNOLOGY</a:t>
            </a:r>
            <a:endParaRPr b="1" sz="155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 flipH="1" rot="10800000">
            <a:off x="-3450" y="911225"/>
            <a:ext cx="9150900" cy="22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